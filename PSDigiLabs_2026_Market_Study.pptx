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84CC16"/>
                </a:solidFill>
              </a:defRPr>
            </a:pPr>
            <a:r>
              <a:t>2026 India &amp; International Market Pricing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 practical benchmark of 2026 web-development market trends and the strategic positioning of PSDigiLabs.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84CC16"/>
                </a:solidFill>
              </a:defRPr>
            </a:pPr>
            <a:r>
              <a:t>The 2026 Market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India: Market has matured. Professional custom builds command a premium (₹2L+ for custom apps).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International: Custom web apps in US start at $25,000+, UK at £15,000+.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Strategic Implication: A massive gap exists between 'cheap template' and 'premium enterprise'.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PSDigiLabs occupies the high-value middle ground: modern engineering, lean delivery, transparent scope.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84CC16"/>
                </a:solidFill>
              </a:defRPr>
            </a:pPr>
            <a:r>
              <a:t>Indicative India Market Ranges (2026)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84CC16"/>
                          </a:solidFill>
                        </a:defRPr>
                      </a:pPr>
                      <a:r>
                        <a:t>Service Category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84CC16"/>
                          </a:solidFill>
                        </a:defRPr>
                      </a:pPr>
                      <a:r>
                        <a:t>Revised India Range (2026)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Landing Page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₹8,000 – ₹25,000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Basic Business Website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₹20,000 – ₹60,000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Professional Business Website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₹50,000 – ₹1,50,000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E-commerce Website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₹60,000 – ₹4,00,000+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Custom Web Application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₹2,00,000 – ₹15,00,000+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Footnote: Excludes PSDigiLabs internal pricing. Ranges are indicative planning benchmarks.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84CC16"/>
                </a:solidFill>
              </a:defRPr>
            </a:pPr>
            <a:r>
              <a:t>Indicative United States Market Ranges (2026)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84CC16"/>
                          </a:solidFill>
                        </a:defRPr>
                      </a:pPr>
                      <a:r>
                        <a:t>Project Type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84CC16"/>
                          </a:solidFill>
                        </a:defRPr>
                      </a:pPr>
                      <a:r>
                        <a:t>Revised US Range (2026)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Small Business Website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$3,000 – $10,000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E-commerce Website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$5,000 – $25,000+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Custom Web App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$25,000 – $150,000+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Website Maintenance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$50 – $500 / month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84CC16"/>
                </a:solidFill>
              </a:defRPr>
            </a:pPr>
            <a:r>
              <a:t>Indicative United Kingdom Market Ranges (2026)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84CC16"/>
                          </a:solidFill>
                        </a:defRPr>
                      </a:pPr>
                      <a:r>
                        <a:t>Project Type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84CC16"/>
                          </a:solidFill>
                        </a:defRPr>
                      </a:pPr>
                      <a:r>
                        <a:t>Revised UK Range (2026)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Business Website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£500 – £3,000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E-commerce Website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£3,000 – £25,000+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Custom Web App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£15,000 – £100,000+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Website Maintenance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£50 – £300 / month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84CC16"/>
                </a:solidFill>
              </a:defRPr>
            </a:pPr>
            <a:r>
              <a:t>Indicative Canada Market Ranges (2026)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84CC16"/>
                          </a:solidFill>
                        </a:defRPr>
                      </a:pPr>
                      <a:r>
                        <a:t>Project Type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84CC16"/>
                          </a:solidFill>
                        </a:defRPr>
                      </a:pPr>
                      <a:r>
                        <a:t>Revised Canada Range (2026)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Business Website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CA$2,500 – CA$10,000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E-commerce Website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CA$5,000 – CA$25,000+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Custom Web App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CA$15,000 – CA$40,000+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Website Maintenance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CA$100 – CA$500 / month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84CC16"/>
                </a:solidFill>
              </a:defRPr>
            </a:pPr>
            <a:r>
              <a:t>Indicative Australia Market Ranges (2026)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84CC16"/>
                          </a:solidFill>
                        </a:defRPr>
                      </a:pPr>
                      <a:r>
                        <a:t>Project Type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84CC16"/>
                          </a:solidFill>
                        </a:defRPr>
                      </a:pPr>
                      <a:r>
                        <a:t>Revised Australia Range (2026)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Business Website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A$3,000 – A$15,000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E-commerce Website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A$8,000 – A$25,000+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Custom Web App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A$20,000 – A$300,000+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Website Maintenance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A$100 – A$500 / month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84CC16"/>
                </a:solidFill>
              </a:defRPr>
            </a:pPr>
            <a:r>
              <a:t>Why International Clients Choose an India-Based Engineering Partner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Lean Delivery: Direct communication, lower agency overhead, faster decisions.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Modern Stack: Next.js, React, TypeScript, PostgreSQL, Tailwind.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Quality Built-In: Testing and QA integrated from day one.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Scope Discipline: Clear boundaries. 'Starting price' is an entry point, not an open promise.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84CC16"/>
                </a:solidFill>
              </a:defRPr>
            </a:pPr>
            <a:r>
              <a:t>Sell the Outcome and the Engineering Model — Not a Discount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"International-quality digital product delivery with the cost efficiency of an India-based engineering partner."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Avoid: 'Cheap Indian development' or percentage-discount claims.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Emphasize: Clear scope, modern engineering, rigorous QA, seamless deployment.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Prove: Live work, detailed case studies, documented processes, client testimonials.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84CC16"/>
                </a:solidFill>
              </a:defRPr>
            </a:pPr>
            <a:r>
              <a:t>Use Entry-Level Pricing as a Strategy, Then Raise It with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Phase 1: Portfolio Building (Current) – Competitive rates to attract early clients.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Phase 2: Value Expansion (6–12 Months) – Increase bands as case studies prove outcomes.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Phase 3: Premium Partnership (12+ Months) – Established rates based on proven delivery.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Note: Maintenance and support should be priced separately as a recurring retainer.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84CC16"/>
                </a:solidFill>
              </a:defRPr>
            </a:pPr>
            <a:r>
              <a:t>Competitive Starting Prices Require Disciplined Scoping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Define the Base Scope: List pages, roles, integrations, content, design rounds.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Price Add-ons Separately: Extra integrations, data migration, copywriting, advanced SEO.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Limit Revision Rounds: Prevent open-ended design and content cycles.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Use Milestones: Deposit → Design/Architecture → Build → UAT → Launch.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Separate Support: Clarify warranty/fix period versus ongoing maintenance.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Reprice Complexity: A 'starting from' price is not a fixed quote for every project.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84CC16"/>
                </a:solidFill>
              </a:defRPr>
            </a:pPr>
            <a:r>
              <a:t>Methodology &amp;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Method: Sourced from publicly available 2026 pricing guides, agency websites, and freelance platforms (India, US, UK, Canada, Australia).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Disclaimer: Categories are normalized at a high level. Actual scope, design depth, and integrations can change quotes materially.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This is a comparative strategy study, not a promise that two projects with the same label have equivalent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